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0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6C05-C7F7-5A1E-C619-FD20F36BA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5400E-DF0B-C22E-72C4-C3EF9C72B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38F7A-30C1-38C7-4585-9BACA5F9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93DC8-626A-1231-1E1D-3A080BD8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45273-8715-1F1E-E6E0-760A6AF7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86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6620-7340-D381-7B66-7682D71D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1D73D-D9B7-5B46-09AF-C655BECB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A07E-4E55-5132-F76B-5603971E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E08EA-3D6A-4ECC-A942-92A83ED3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E2E71-5A9C-16A8-8877-504F32EC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71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EC95-36F5-5C3A-EB26-BD65533C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05A12-A8B3-27E8-0A98-70220FC5B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67FFD-40D4-DF14-AFC1-01608BEB7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F838A-59C5-BC21-D9BC-FAD08677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9E2DB-728E-200E-1D77-7394025E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8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1274-3A75-68E3-412F-20DF31D2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F31C2-96D9-5A12-8281-65FF86C93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36409-839E-92ED-8CC6-3ADF67E76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B0C60-E2F0-41E1-4B3D-92E7F404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64978-A2EB-B4EC-F1A5-C40BBB6B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20DAC-D881-CA8F-9AEC-880034E5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7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4946-BAC6-B25B-DE15-0716A90F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86074-2DC5-122F-D63D-748841983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5ACF4-8F3A-D889-38D7-4E2122DE4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2873C-EE77-F407-ACC5-6662380FF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30C06-7604-536B-7D17-CDE491434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2D2E2-261A-F824-E72A-8DD12485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B506B7-2C51-A50F-4030-1CFC5302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5288D-C90C-835A-8637-3518C444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5ACFD-CB66-5E68-A020-BD4CB1195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47413-4A90-AFD3-86FC-625087D6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16F41-B246-518C-9F8B-30AF7754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C2559-DAF8-A3BD-6C72-743063D6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88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37603-7F30-53A4-FCB1-9C2D450D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E4BD4-2E22-AC0E-478A-2EE5BF6F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03782-1DC3-248D-E5A5-FA63A9D1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1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D1DF-B7BF-507F-01E7-E9810756A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ACF39-3C23-B953-B707-D66C334C1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9889D-869B-AE59-0FA2-EC70E9AA5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75282-5EF5-CA55-1C2B-D2D76866A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4527C-802D-52E9-69C5-EB0A0011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62A3A-C955-9993-2193-1D8CDE50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049E-9AC4-C4A7-4A50-CCFBB310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2CA4A-090B-71FA-9372-5271845F2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72008-6F3E-E075-543C-1434801A5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7CDFC-9815-2016-5AE3-4E69686D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55087-9634-7897-52D3-75E6C314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BBF2C-AE6F-A60D-45C4-981D85B99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4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DFF1-F698-81A8-3905-6DFD06A22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C3C7A-3C76-E4BA-9792-44890F731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60BA-99B0-94AF-3845-A74E2093E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D70AB-C2A5-AAEA-26FC-C12B544D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58838-BBD1-5519-997A-8833153B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22B73E-C38B-61C3-F159-7237156BB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AC8E7-A2DE-34C9-752C-72C886939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2F350-F8ED-8A7B-4FB0-1B52CBAE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8CD00-D0CF-AD1B-3690-703EFD75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ACF7-8AB3-9562-8472-3C3A343A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3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76869-6C45-6FC6-F1BF-83AACF6C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D4F20-3E6D-2B68-830C-19D3AC843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FE89F-9247-6A69-A4A9-EEF49E118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3D816-BA31-DF49-A440-ABC65B8AE05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BCB3D-BD6E-3485-04AF-A7D2063EF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B3B6C-C95F-B79D-5563-D6DDE1499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B9167-A60A-0C47-AE5F-75A8D2A9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27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1E8B-882E-087D-DE15-FE5105F7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Yield Curve Regimes and Sector ETF Return Predictability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50671-24ED-4705-C90F-92E7308B8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Yield curve factors explain 1–7% of monthly sector returns in-sample; XLF shows the strongest structural link via net interest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unusual PCA decomposition (PC2 = 37.7%) reveals the 2022–2023 hiking cycle was structurally unlike the training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yield curve factors alone are insufficient for reliable sector rotation, so credit spreads, VIX, and a larger historical sample are the natural next steps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2DFEF808-14AB-ADC6-A244-FE04509F62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571677"/>
              </p:ext>
            </p:extLst>
          </p:nvPr>
        </p:nvGraphicFramePr>
        <p:xfrm>
          <a:off x="5220941" y="2910010"/>
          <a:ext cx="61722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163690527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124088154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728721538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815240429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30239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Sector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Rolling R²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In-Sample R²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OOS RMSE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OOS MAE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1474979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XLK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0.0835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0.0187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0.0623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0.0515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94805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XLF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0.1050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0.0687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0.0645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0.0497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1242724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XLE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0.0962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0.0350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0.1004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0.0682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71470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XLU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0.0532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0.0127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0.0538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0.0427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21065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XLV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0.0498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0.0201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0.0434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0.0363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2835725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XLI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0.0738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0.0224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0.0591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0.0452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1152236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XLP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0.0509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0.0107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0.0414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0.0330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223721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XLY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0.0748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0.0113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0.0656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0.0499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34925" marB="34925"/>
                </a:tc>
                <a:extLst>
                  <a:ext uri="{0D108BD9-81ED-4DB2-BD59-A6C34878D82A}">
                    <a16:rowId xmlns:a16="http://schemas.microsoft.com/office/drawing/2014/main" val="2639718348"/>
                  </a:ext>
                </a:extLst>
              </a:tr>
            </a:tbl>
          </a:graphicData>
        </a:graphic>
      </p:graphicFrame>
      <p:pic>
        <p:nvPicPr>
          <p:cNvPr id="10" name="Picture 9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D678A722-C5BA-44A9-C850-2BC3BDA19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"/>
          <a:stretch>
            <a:fillRect/>
          </a:stretch>
        </p:blipFill>
        <p:spPr bwMode="auto">
          <a:xfrm>
            <a:off x="5167538" y="610430"/>
            <a:ext cx="6184674" cy="18823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8185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127</Words>
  <Application>Microsoft Macintosh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Yield Curve Regimes and Sector ETF Return Predictability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Rayan</dc:creator>
  <cp:lastModifiedBy>Das, Rayan</cp:lastModifiedBy>
  <cp:revision>2</cp:revision>
  <dcterms:created xsi:type="dcterms:W3CDTF">2026-04-22T21:25:02Z</dcterms:created>
  <dcterms:modified xsi:type="dcterms:W3CDTF">2026-04-22T22:38:09Z</dcterms:modified>
</cp:coreProperties>
</file>